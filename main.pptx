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2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E08E-1575-E5C7-13DC-E114772F9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88C3F-5081-3165-FBB9-C330665AE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A8997-9041-2BF4-F761-D4B0CDD72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F8FB-9F30-4119-8CDF-AB0D86B13C34}" type="datetimeFigureOut">
              <a:rPr lang="es-PE" smtClean="0"/>
              <a:t>28/11/2024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BAD03-3B5A-AB45-5A2D-17191CCBC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B9717-75D1-F859-FC39-B3427CB1F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324-7C8A-4BBF-8730-F6780927239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345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7505-FE49-0BAD-77A5-F177B33C4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D7D91-6848-AF30-633A-57825EDF1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D0059-7AF4-FA87-0B1F-51B9FE075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F8FB-9F30-4119-8CDF-AB0D86B13C34}" type="datetimeFigureOut">
              <a:rPr lang="es-PE" smtClean="0"/>
              <a:t>28/11/2024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978C3-80FE-B0F0-A33F-356402C2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D2E2-BFEF-9C02-D9BF-AB0CA4B6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324-7C8A-4BBF-8730-F6780927239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28355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55083-ECB9-7091-F318-BC4E9F9C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35D69-D711-EDAD-A686-B7465D4A5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B1F96-6E52-9CEF-D03D-115B4A33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F8FB-9F30-4119-8CDF-AB0D86B13C34}" type="datetimeFigureOut">
              <a:rPr lang="es-PE" smtClean="0"/>
              <a:t>28/11/2024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38107-EB37-B6B2-C3F7-9B4EFE465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0390F-61D7-CEAF-3B38-FDF760C2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324-7C8A-4BBF-8730-F6780927239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98270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72A3-8906-76C3-1662-5AA4DE85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B1AFA-E941-A7A4-8EDD-EF502560C3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8DFB5-BFCB-89ED-094F-E2D284FAB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AA898-7A47-8F3E-76D9-67A089C40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F8FB-9F30-4119-8CDF-AB0D86B13C34}" type="datetimeFigureOut">
              <a:rPr lang="es-PE" smtClean="0"/>
              <a:t>28/11/2024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C3A12-B675-6F64-ED40-B64298EE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B49EF-AAF7-158F-BB59-28CE1542D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324-7C8A-4BBF-8730-F6780927239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2666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1B8F-2CF1-3736-D660-360844B55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C8A7A-D00E-3B5A-803D-5D591EFE8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89B61-A945-81DF-4A17-0B4E86673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4289A-D6D8-785F-312D-0A57B00D7C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597A41-0CBA-E759-2232-6DB024B50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7B5105-FAB4-0678-FA53-DDABD14DA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F8FB-9F30-4119-8CDF-AB0D86B13C34}" type="datetimeFigureOut">
              <a:rPr lang="es-PE" smtClean="0"/>
              <a:t>28/11/2024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B445C2-79D0-2F7A-9D0B-70B3D20EC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4F0205-12E4-B2F0-07B8-81AC5617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324-7C8A-4BBF-8730-F6780927239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30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7111-F576-F49C-2F7F-2783978DD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09A0B-698A-8658-6745-D6E58E4ED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F8FB-9F30-4119-8CDF-AB0D86B13C34}" type="datetimeFigureOut">
              <a:rPr lang="es-PE" smtClean="0"/>
              <a:t>28/11/2024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30BEF-083F-2B12-2317-EAEFD6478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6888E-F522-FC0D-D8A4-2D46AE76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324-7C8A-4BBF-8730-F6780927239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0130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CF424-FC38-5135-1C99-1B1B9AE26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F8FB-9F30-4119-8CDF-AB0D86B13C34}" type="datetimeFigureOut">
              <a:rPr lang="es-PE" smtClean="0"/>
              <a:t>28/11/2024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54A814-9331-089D-FD24-AB61873A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BB1A9-9BA1-E151-1976-1826ECCE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324-7C8A-4BBF-8730-F6780927239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066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FB731-C689-7AB9-33FB-1E58FA9B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1C674-BEF2-E129-0B7C-BCD5E9A61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793A4-02C5-873E-FD10-3B9D16D95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F193C-9807-3016-319B-DA42012AA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F8FB-9F30-4119-8CDF-AB0D86B13C34}" type="datetimeFigureOut">
              <a:rPr lang="es-PE" smtClean="0"/>
              <a:t>28/11/2024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C0432-AB67-340D-8924-0BD150D34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BD6FA-800D-6AFA-D62B-2239EBC4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324-7C8A-4BBF-8730-F6780927239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8152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5B1B1-1CA6-66BF-A90D-8565F5E61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9E0F0-CCA3-40AD-EE81-03412E419E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C0841-F271-5B32-4B0B-57C2E5C6D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0B54D-5B45-990A-3C63-A2B91382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F8FB-9F30-4119-8CDF-AB0D86B13C34}" type="datetimeFigureOut">
              <a:rPr lang="es-PE" smtClean="0"/>
              <a:t>28/11/2024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E3E5B-4785-9CBA-6534-13A4B631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19E5D-5D70-D05B-1BDC-FB60BAB1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324-7C8A-4BBF-8730-F6780927239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930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CEBDD-CA40-6F86-BF67-17BA66AF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E4C6E-E4E6-37BB-0CDD-31CBF03E5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2D01D-106F-85D9-9326-04B7574C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F8FB-9F30-4119-8CDF-AB0D86B13C34}" type="datetimeFigureOut">
              <a:rPr lang="es-PE" smtClean="0"/>
              <a:t>28/11/2024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3CACC-23D5-F17C-42D7-852892510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3A1FC-5502-2C35-1A49-A9712EED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324-7C8A-4BBF-8730-F6780927239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450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3A219B-DF15-C65D-2803-0095E4A75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E8756-F3D9-71FA-89AA-24AD5D49C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44B02-F5F8-D1FF-9F5E-5DD27EAB6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F8FB-9F30-4119-8CDF-AB0D86B13C34}" type="datetimeFigureOut">
              <a:rPr lang="es-PE" smtClean="0"/>
              <a:t>28/11/2024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B3095-19B1-D34B-9C97-406E396C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00C26-5B14-58D2-2D75-3B5C82208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B324-7C8A-4BBF-8730-F6780927239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4687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E9B94-C066-AB2C-7C4B-7442B7DDC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DBF79-E542-50E5-020E-A21C9B3DE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17FE9-F3FE-FE22-2B04-016D57211B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2F8FB-9F30-4119-8CDF-AB0D86B13C34}" type="datetimeFigureOut">
              <a:rPr lang="es-PE" smtClean="0"/>
              <a:t>28/11/2024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AE553-D302-AB29-2D86-D9CC97763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83DC8-1D0C-245A-072F-6C247F41CF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DB324-7C8A-4BBF-8730-F6780927239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306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F200D5-52D2-0299-204A-6111414F11DF}"/>
              </a:ext>
            </a:extLst>
          </p:cNvPr>
          <p:cNvSpPr/>
          <p:nvPr/>
        </p:nvSpPr>
        <p:spPr>
          <a:xfrm>
            <a:off x="0" y="22453"/>
            <a:ext cx="12192000" cy="72009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9569B8-F470-5CE1-9441-4080B0362FAD}"/>
              </a:ext>
            </a:extLst>
          </p:cNvPr>
          <p:cNvSpPr txBox="1"/>
          <p:nvPr/>
        </p:nvSpPr>
        <p:spPr>
          <a:xfrm>
            <a:off x="137160" y="197832"/>
            <a:ext cx="218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Home Business</a:t>
            </a:r>
            <a:endParaRPr lang="es-PE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051062-1D17-0EA1-4BC9-F5AE67032DF4}"/>
              </a:ext>
            </a:extLst>
          </p:cNvPr>
          <p:cNvSpPr txBox="1"/>
          <p:nvPr/>
        </p:nvSpPr>
        <p:spPr>
          <a:xfrm>
            <a:off x="8812530" y="243999"/>
            <a:ext cx="716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Login</a:t>
            </a:r>
            <a:endParaRPr lang="es-PE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14051-B5A5-60CC-C0A6-AAB1340E32A2}"/>
              </a:ext>
            </a:extLst>
          </p:cNvPr>
          <p:cNvSpPr txBox="1"/>
          <p:nvPr/>
        </p:nvSpPr>
        <p:spPr>
          <a:xfrm>
            <a:off x="10689356" y="243999"/>
            <a:ext cx="10020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Orders</a:t>
            </a:r>
            <a:endParaRPr lang="es-PE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19591-D6AA-F984-F1F9-1EE5BBA5E0E9}"/>
              </a:ext>
            </a:extLst>
          </p:cNvPr>
          <p:cNvSpPr txBox="1"/>
          <p:nvPr/>
        </p:nvSpPr>
        <p:spPr>
          <a:xfrm>
            <a:off x="11447145" y="243999"/>
            <a:ext cx="10020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Cart</a:t>
            </a:r>
            <a:endParaRPr lang="es-PE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8A2535-08C3-3D49-BEF1-B2A389D64449}"/>
              </a:ext>
            </a:extLst>
          </p:cNvPr>
          <p:cNvSpPr/>
          <p:nvPr/>
        </p:nvSpPr>
        <p:spPr>
          <a:xfrm>
            <a:off x="4217670" y="171450"/>
            <a:ext cx="357168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C7E7A7-0062-7C95-9428-2B303D72F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92" y="248945"/>
            <a:ext cx="286892" cy="26710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5DA901-D01B-B391-8494-AF5E26390657}"/>
              </a:ext>
            </a:extLst>
          </p:cNvPr>
          <p:cNvSpPr/>
          <p:nvPr/>
        </p:nvSpPr>
        <p:spPr>
          <a:xfrm>
            <a:off x="3781538" y="197832"/>
            <a:ext cx="3703320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E95676-296F-1346-3707-66317D1E5FA6}"/>
              </a:ext>
            </a:extLst>
          </p:cNvPr>
          <p:cNvSpPr txBox="1"/>
          <p:nvPr/>
        </p:nvSpPr>
        <p:spPr>
          <a:xfrm>
            <a:off x="0" y="746522"/>
            <a:ext cx="2800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Suggested for you</a:t>
            </a:r>
            <a:endParaRPr lang="es-PE" sz="160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15ABB5-50CC-4448-DA1E-0188DEE43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95" y="1085076"/>
            <a:ext cx="1130008" cy="21056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D2A018-2E6B-0CDF-BEAF-86350AFEC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892" y="1085076"/>
            <a:ext cx="1130008" cy="21056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C91881-09F2-7689-09EE-F57D8423C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591" y="1085076"/>
            <a:ext cx="1130008" cy="21056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A7B590-ED6C-B8BA-AE10-45B078E54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788" y="1085076"/>
            <a:ext cx="1130008" cy="210560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3B235A7-B7B3-E47C-2721-61CC32610CDE}"/>
              </a:ext>
            </a:extLst>
          </p:cNvPr>
          <p:cNvSpPr txBox="1"/>
          <p:nvPr/>
        </p:nvSpPr>
        <p:spPr>
          <a:xfrm>
            <a:off x="0" y="3429000"/>
            <a:ext cx="2800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Productos</a:t>
            </a:r>
            <a:endParaRPr lang="es-PE" sz="160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A5D403D-4F0E-6C7F-2908-58DA29DB9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97" y="3850200"/>
            <a:ext cx="1128678" cy="15669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88C505F-FE39-EA83-4ECB-2FB1C3520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089" y="3850200"/>
            <a:ext cx="1128678" cy="15669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5865634-5302-6FB9-93EB-418225FE1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942" y="3850200"/>
            <a:ext cx="1128678" cy="15669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FCB146D-6297-195A-18EB-BE901D85D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795" y="3850200"/>
            <a:ext cx="1128678" cy="15669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92F0B8C-14B5-3B23-6934-5B3185ADE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345" y="3850200"/>
            <a:ext cx="1128678" cy="156691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27738BC-700E-E8C1-749C-C64E3755C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198" y="3850200"/>
            <a:ext cx="1128678" cy="156691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A4E4EF7-DAFF-203A-14BF-8ED52431F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051" y="3850200"/>
            <a:ext cx="1128678" cy="156691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8909E93-DF1F-1C80-0EB0-2D55F1058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61" y="5913696"/>
            <a:ext cx="1128678" cy="156691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13234F9-4D00-AD48-169A-02CE7C7D3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753" y="5913696"/>
            <a:ext cx="1128678" cy="15669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9DAB0F2-0502-8A36-897D-BAD8B2B5D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606" y="5913696"/>
            <a:ext cx="1128678" cy="156691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B2F2C33-351B-1DAA-058A-9A9C97DF4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459" y="5913696"/>
            <a:ext cx="1128678" cy="15669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ED3C731-9923-7894-0256-9325F4651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009" y="5913696"/>
            <a:ext cx="1128678" cy="156691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387CD9A-5272-C790-E306-887638BFF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862" y="5913696"/>
            <a:ext cx="1128678" cy="156691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8D72E2A-B9B5-13C9-5C05-E1BFF42DE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715" y="5913696"/>
            <a:ext cx="1128678" cy="15669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CD6795-AA90-AE48-22E4-87D08F3065D0}"/>
              </a:ext>
            </a:extLst>
          </p:cNvPr>
          <p:cNvSpPr txBox="1"/>
          <p:nvPr/>
        </p:nvSpPr>
        <p:spPr>
          <a:xfrm>
            <a:off x="9528810" y="243999"/>
            <a:ext cx="889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Register</a:t>
            </a:r>
            <a:endParaRPr lang="es-PE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C70C8D-721B-1968-4D9E-652561629F1F}"/>
              </a:ext>
            </a:extLst>
          </p:cNvPr>
          <p:cNvSpPr txBox="1"/>
          <p:nvPr/>
        </p:nvSpPr>
        <p:spPr>
          <a:xfrm>
            <a:off x="2482071" y="151666"/>
            <a:ext cx="930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Search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filters</a:t>
            </a:r>
            <a:endParaRPr lang="es-PE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16894B-0180-5B17-9CA9-5CCB12E18118}"/>
              </a:ext>
            </a:extLst>
          </p:cNvPr>
          <p:cNvSpPr txBox="1"/>
          <p:nvPr/>
        </p:nvSpPr>
        <p:spPr>
          <a:xfrm>
            <a:off x="8223588" y="243999"/>
            <a:ext cx="716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Home</a:t>
            </a:r>
            <a:endParaRPr lang="es-PE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45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Edmundo FuentesRivera</dc:creator>
  <cp:lastModifiedBy>Edmundo FuentesRivera</cp:lastModifiedBy>
  <cp:revision>3</cp:revision>
  <dcterms:created xsi:type="dcterms:W3CDTF">2024-11-25T22:08:35Z</dcterms:created>
  <dcterms:modified xsi:type="dcterms:W3CDTF">2024-11-28T22:36:22Z</dcterms:modified>
</cp:coreProperties>
</file>